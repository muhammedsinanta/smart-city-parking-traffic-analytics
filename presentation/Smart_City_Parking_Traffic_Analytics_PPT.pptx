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86564"/>
            <a:ext cx="7772400" cy="1470025"/>
          </a:xfrm>
        </p:spPr>
        <p:txBody>
          <a:bodyPr>
            <a:noAutofit/>
          </a:bodyPr>
          <a:lstStyle/>
          <a:p>
            <a:r>
              <a:rPr sz="4800" b="1" dirty="0">
                <a:solidFill>
                  <a:srgbClr val="EBEBEB"/>
                </a:solidFill>
              </a:rPr>
              <a:t>SMART CITY PARKING &amp; TRAFFIC ANALYTICS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2716" y="4666636"/>
            <a:ext cx="6238568" cy="1069258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rgbClr val="EBEBEB"/>
                </a:solidFill>
              </a:rPr>
              <a:t>Presented by:</a:t>
            </a:r>
          </a:p>
          <a:p>
            <a:r>
              <a:rPr sz="2800" dirty="0">
                <a:solidFill>
                  <a:srgbClr val="EBEBEB"/>
                </a:solidFill>
              </a:rPr>
              <a:t>Muhammed Sinan T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</a:rPr>
              <a:t>This project analyzes smart city parking and traffic data using Power BI </a:t>
            </a:r>
          </a:p>
          <a:p>
            <a:r>
              <a:rPr sz="2400" dirty="0">
                <a:solidFill>
                  <a:srgbClr val="EBEBEB"/>
                </a:solidFill>
              </a:rPr>
              <a:t>Focuses on vehicle flow, parking utilization, and congestion patterns</a:t>
            </a:r>
          </a:p>
          <a:p>
            <a:r>
              <a:rPr sz="2400" dirty="0">
                <a:solidFill>
                  <a:srgbClr val="EBEBEB"/>
                </a:solidFill>
              </a:rPr>
              <a:t>Helps city planners optimize traffic and parking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</a:rPr>
              <a:t>Analyze total revenue generated from parking</a:t>
            </a:r>
          </a:p>
          <a:p>
            <a:r>
              <a:rPr sz="2400" dirty="0">
                <a:solidFill>
                  <a:srgbClr val="EBEBEB"/>
                </a:solidFill>
              </a:rPr>
              <a:t>Study vehicle distribution by type and peak hours</a:t>
            </a:r>
          </a:p>
          <a:p>
            <a:r>
              <a:rPr sz="2400" dirty="0">
                <a:solidFill>
                  <a:srgbClr val="EBEBEB"/>
                </a:solidFill>
              </a:rPr>
              <a:t>Understand occupancy status and congestion levels</a:t>
            </a:r>
          </a:p>
          <a:p>
            <a:r>
              <a:rPr sz="2400" dirty="0">
                <a:solidFill>
                  <a:srgbClr val="EBEBEB"/>
                </a:solidFill>
              </a:rPr>
              <a:t>Evaluate zone-wise revenue performance</a:t>
            </a:r>
          </a:p>
          <a:p>
            <a:r>
              <a:rPr sz="2400" dirty="0">
                <a:solidFill>
                  <a:srgbClr val="EBEBEB"/>
                </a:solidFill>
              </a:rPr>
              <a:t>Support smart traffic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031" y="46038"/>
            <a:ext cx="8229600" cy="1096963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 dirty="0">
              <a:solidFill>
                <a:srgbClr val="EBEBEB"/>
              </a:solidFill>
            </a:endParaRPr>
          </a:p>
        </p:txBody>
      </p:sp>
      <p:pic>
        <p:nvPicPr>
          <p:cNvPr id="4" name="Picture 3" descr="Screenshot 2025-12-22 145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1179871"/>
            <a:ext cx="8593393" cy="54034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152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DASHBOARD</a:t>
            </a:r>
          </a:p>
        </p:txBody>
      </p:sp>
      <p:pic>
        <p:nvPicPr>
          <p:cNvPr id="3" name="Picture 2" descr="Screenshot 2025-12-22 144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3" y="1229031"/>
            <a:ext cx="8850854" cy="5345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CRITERIA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0522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</a:rPr>
              <a:t>City Zone filtering</a:t>
            </a:r>
          </a:p>
          <a:p>
            <a:r>
              <a:rPr sz="2400" dirty="0">
                <a:solidFill>
                  <a:srgbClr val="EBEBEB"/>
                </a:solidFill>
              </a:rPr>
              <a:t>Vehicle Type filtering</a:t>
            </a:r>
          </a:p>
          <a:p>
            <a:r>
              <a:rPr sz="2400" dirty="0">
                <a:solidFill>
                  <a:srgbClr val="EBEBEB"/>
                </a:solidFill>
              </a:rPr>
              <a:t>Peak Hour filtering</a:t>
            </a:r>
          </a:p>
          <a:p>
            <a:r>
              <a:rPr sz="2400" dirty="0">
                <a:solidFill>
                  <a:srgbClr val="EBEBEB"/>
                </a:solidFill>
              </a:rPr>
              <a:t>Revenue aggregation</a:t>
            </a:r>
          </a:p>
          <a:p>
            <a:r>
              <a:rPr sz="2400" dirty="0">
                <a:solidFill>
                  <a:srgbClr val="EBEBEB"/>
                </a:solidFill>
              </a:rPr>
              <a:t>Vehicle count analysis</a:t>
            </a:r>
          </a:p>
          <a:p>
            <a:r>
              <a:rPr sz="2400" dirty="0">
                <a:solidFill>
                  <a:srgbClr val="EBEBEB"/>
                </a:solidFill>
              </a:rPr>
              <a:t>Occupancy and congestion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399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</a:rPr>
              <a:t>Peak hours significantly impact vehicle volume</a:t>
            </a:r>
          </a:p>
          <a:p>
            <a:r>
              <a:rPr sz="2400" dirty="0">
                <a:solidFill>
                  <a:srgbClr val="EBEBEB"/>
                </a:solidFill>
              </a:rPr>
              <a:t>Certain zones generate higher parking revenue</a:t>
            </a:r>
          </a:p>
          <a:p>
            <a:r>
              <a:rPr sz="2400" dirty="0">
                <a:solidFill>
                  <a:srgbClr val="EBEBEB"/>
                </a:solidFill>
              </a:rPr>
              <a:t>Cars and Bikes dominate vehicle distribution</a:t>
            </a:r>
          </a:p>
          <a:p>
            <a:r>
              <a:rPr sz="2400" dirty="0">
                <a:solidFill>
                  <a:srgbClr val="EBEBEB"/>
                </a:solidFill>
              </a:rPr>
              <a:t>High congestion corresponds with lower average speed</a:t>
            </a:r>
          </a:p>
          <a:p>
            <a:r>
              <a:rPr sz="2400" dirty="0">
                <a:solidFill>
                  <a:srgbClr val="EBEBEB"/>
                </a:solidFill>
              </a:rPr>
              <a:t>Dashboard enables real-time traffic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5336"/>
            <a:ext cx="8229600" cy="4525963"/>
          </a:xfrm>
        </p:spPr>
        <p:txBody>
          <a:bodyPr>
            <a:normAutofit/>
          </a:bodyPr>
          <a:lstStyle/>
          <a:p>
            <a:r>
              <a:rPr sz="2400" dirty="0">
                <a:solidFill>
                  <a:srgbClr val="EBEBEB"/>
                </a:solidFill>
              </a:rPr>
              <a:t>Increase parking capacity in high-demand zones</a:t>
            </a:r>
          </a:p>
          <a:p>
            <a:r>
              <a:rPr sz="2400" dirty="0">
                <a:solidFill>
                  <a:srgbClr val="EBEBEB"/>
                </a:solidFill>
              </a:rPr>
              <a:t>Promote EV parking infrastructure</a:t>
            </a:r>
          </a:p>
          <a:p>
            <a:r>
              <a:rPr sz="2400" dirty="0">
                <a:solidFill>
                  <a:srgbClr val="EBEBEB"/>
                </a:solidFill>
              </a:rPr>
              <a:t>Use dynamic pricing during peak hours</a:t>
            </a:r>
          </a:p>
          <a:p>
            <a:r>
              <a:rPr sz="2400" dirty="0">
                <a:solidFill>
                  <a:srgbClr val="EBEBEB"/>
                </a:solidFill>
              </a:rPr>
              <a:t>Improve traffic flow in high congestion zones</a:t>
            </a:r>
          </a:p>
          <a:p>
            <a:r>
              <a:rPr sz="2400" dirty="0">
                <a:solidFill>
                  <a:srgbClr val="EBEBEB"/>
                </a:solidFill>
              </a:rPr>
              <a:t>Monitor KPIs regularly for smart planning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EBEBEB"/>
                </a:solidFill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16" y="1963994"/>
            <a:ext cx="8229600" cy="4525963"/>
          </a:xfrm>
        </p:spPr>
        <p:txBody>
          <a:bodyPr/>
          <a:lstStyle/>
          <a:p>
            <a:r>
              <a:rPr sz="2400" dirty="0">
                <a:solidFill>
                  <a:srgbClr val="EBEBEB"/>
                </a:solidFill>
              </a:rPr>
              <a:t>Dataset: Smart City Parking &amp; Traffic Dataset</a:t>
            </a:r>
            <a:r>
              <a:rPr lang="en-US" sz="2400" dirty="0">
                <a:solidFill>
                  <a:srgbClr val="EBEBEB"/>
                </a:solidFill>
              </a:rPr>
              <a:t> :Kaggle</a:t>
            </a:r>
            <a:endParaRPr sz="2400" dirty="0">
              <a:solidFill>
                <a:srgbClr val="EBEBEB"/>
              </a:solidFill>
            </a:endParaRPr>
          </a:p>
          <a:p>
            <a:r>
              <a:rPr sz="2400" dirty="0">
                <a:solidFill>
                  <a:srgbClr val="EBEBEB"/>
                </a:solidFill>
              </a:rPr>
              <a:t>Tool Used: Power BI </a:t>
            </a:r>
          </a:p>
          <a:p>
            <a:pPr marL="0" indent="0">
              <a:buNone/>
            </a:pPr>
            <a:endParaRPr sz="2000" dirty="0">
              <a:solidFill>
                <a:srgbClr val="EBEBE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EBEBEB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987" y="-3866535"/>
            <a:ext cx="7359446" cy="3256935"/>
          </a:xfrm>
        </p:spPr>
        <p:txBody>
          <a:bodyPr/>
          <a:lstStyle/>
          <a:p>
            <a:endParaRPr sz="2000" dirty="0">
              <a:solidFill>
                <a:srgbClr val="EBEBE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176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SMART CITY PARKING &amp; TRAFFIC ANALYTICS </vt:lpstr>
      <vt:lpstr>INTRODUCTION</vt:lpstr>
      <vt:lpstr>OBJECTIVES</vt:lpstr>
      <vt:lpstr>DATASET USED</vt:lpstr>
      <vt:lpstr>DASHBOARD</vt:lpstr>
      <vt:lpstr>CRITERIA USED</vt:lpstr>
      <vt:lpstr>CONCLUSION</vt:lpstr>
      <vt:lpstr>SUGGESTIONS</vt:lpstr>
      <vt:lpstr>REFERENCE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Cnaan</dc:creator>
  <cp:keywords/>
  <dc:description>generated using python-pptx</dc:description>
  <cp:lastModifiedBy>Muhammed Sinan</cp:lastModifiedBy>
  <cp:revision>6</cp:revision>
  <dcterms:created xsi:type="dcterms:W3CDTF">2013-01-27T09:14:16Z</dcterms:created>
  <dcterms:modified xsi:type="dcterms:W3CDTF">2025-12-23T07:47:41Z</dcterms:modified>
  <cp:category/>
</cp:coreProperties>
</file>